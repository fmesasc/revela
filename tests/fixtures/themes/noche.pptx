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Noche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 tema oscuro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Solo el título, claro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che">
  <a:themeElements>
    <a:clrScheme name="Noche">
      <a:dk1>
        <a:srgbClr val="10172A"/>
      </a:dk1>
      <a:lt1>
        <a:srgbClr val="FFFFFF"/>
      </a:lt1>
      <a:dk2>
        <a:srgbClr val="1E293B"/>
      </a:dk2>
      <a:lt2>
        <a:srgbClr val="E2E8F0"/>
      </a:lt2>
      <a:accent1>
        <a:srgbClr val="F59E0B"/>
      </a:accent1>
      <a:accent2>
        <a:srgbClr val="38BDF8"/>
      </a:accent2>
      <a:accent3>
        <a:srgbClr val="A3E635"/>
      </a:accent3>
      <a:accent4>
        <a:srgbClr val="F472B6"/>
      </a:accent4>
      <a:accent5>
        <a:srgbClr val="C084FC"/>
      </a:accent5>
      <a:accent6>
        <a:srgbClr val="2DD4BF"/>
      </a:accent6>
      <a:hlink>
        <a:srgbClr val="38BDF8"/>
      </a:hlink>
      <a:folHlink>
        <a:srgbClr val="C084FC"/>
      </a:folHlink>
    </a:clrScheme>
    <a:fontScheme name="Noche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