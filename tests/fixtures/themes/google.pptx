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Desde Google Slides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Tema Streamline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Título y cuerpo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Texto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000000"/>
      </a:dk1>
      <a:lt1>
        <a:srgbClr val="FFFFFF"/>
      </a:lt1>
      <a:dk2>
        <a:srgbClr val="3F3F3F"/>
      </a:dk2>
      <a:lt2>
        <a:srgbClr val="F3F3F3"/>
      </a:lt2>
      <a:accent1>
        <a:srgbClr val="FF5E3A"/>
      </a:accent1>
      <a:accent2>
        <a:srgbClr val="FF9B57"/>
      </a:accent2>
      <a:accent3>
        <a:srgbClr val="2D8BBA"/>
      </a:accent3>
      <a:accent4>
        <a:srgbClr val="41B6E6"/>
      </a:accent4>
      <a:accent5>
        <a:srgbClr val="6AA84F"/>
      </a:accent5>
      <a:accent6>
        <a:srgbClr val="F1C232"/>
      </a:accent6>
      <a:hlink>
        <a:srgbClr val="2D8BBA"/>
      </a:hlink>
      <a:folHlink>
        <a:srgbClr val="674EA7"/>
      </a:folHlink>
    </a:clrScheme>
    <a:fontScheme name="Streamline">
      <a:majorFont>
        <a:latin typeface="Montserra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La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