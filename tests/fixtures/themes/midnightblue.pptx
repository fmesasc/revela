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10BB17-1B44-4A49-8A0D-4E32E69B08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90A0F10-4AB0-492A-9A74-A12AA84073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3A7FFB-ECAB-4526-A603-968F25A23C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BB53B5-3C1C-479C-893F-0BBE2C6958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B90916-1A06-43D5-8455-BAF6265AD0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FE6FF4F-61B3-4335-96D5-5393F4802D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E4A046-276C-44F0-B172-8BF91DC453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08BA74-E9F3-4719-B18E-2199BF3F33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12DBCA-C1D3-4E2D-8A24-074EF0D8B3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ED3524A-EC9C-4A4F-B584-7D5F79E698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C656871-C9CF-4CB0-9697-B1761B433C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F7A0625-01DC-49F9-B373-202C033579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DEEB07-C21F-453A-936B-4F877ABCE7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3672F1F-DE7A-4D1B-A0A2-E83C941628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E96C9D5-E2FC-46D3-BC2A-DA52E25B3E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918CDC0-0C69-4882-8A03-D052CC11A4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1A9A9E-E03C-4EB3-8DC7-9B49E4D56C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2700000" y="1485000"/>
            <a:ext cx="468000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2E66C5A-2184-4C93-9441-A64BAA2E55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0F9B8B0-168C-4E93-A663-8DF52380A2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393794-7519-4501-BC3C-A8B5BF2989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E9776D5-2FF1-4A47-A332-0DBE68DB39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3420000" y="4086360"/>
            <a:ext cx="630000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3AF6C55-1DA3-4407-9F22-61C1564701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648120" y="324000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342000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648120" y="4086360"/>
            <a:ext cx="30740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E36A0DC-A987-492E-8A66-089E4B73CE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42000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555012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7680240" y="324000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342000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555012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7680240" y="4086360"/>
            <a:ext cx="2028240" cy="77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655"/>
              </a:spcAft>
              <a:buNone/>
            </a:pP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89F7F5B-5DC2-45E6-BE7B-E774313688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80000" cy="2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80000" cy="1215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2c3e50"/>
                </a:solidFill>
                <a:latin typeface="Source Sans Pro Semibold"/>
              </a:rPr>
              <a:t>Click to edit the outline text format</a:t>
            </a:r>
            <a:endParaRPr b="1" lang="en-US" sz="2400" spc="-1" strike="noStrike">
              <a:solidFill>
                <a:srgbClr val="2c3e50"/>
              </a:solidFill>
              <a:latin typeface="Source Sans Pro Semibold"/>
            </a:endParaRPr>
          </a:p>
          <a:p>
            <a:pPr lvl="1" marL="864000" indent="-324000"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2c3e50"/>
                </a:solidFill>
                <a:latin typeface="Source Sans Pro"/>
              </a:rPr>
              <a:t>Second Outline Level</a:t>
            </a:r>
            <a:endParaRPr b="0" lang="en-US" sz="2100" spc="-1" strike="noStrike">
              <a:solidFill>
                <a:srgbClr val="2c3e50"/>
              </a:solidFill>
              <a:latin typeface="Source Sans Pro"/>
            </a:endParaRPr>
          </a:p>
          <a:p>
            <a:pPr lvl="2" marL="1296000" indent="-288000"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2c3e50"/>
                </a:solidFill>
                <a:latin typeface="Source Sans Pro"/>
              </a:rPr>
              <a:t>Third Outline Level</a:t>
            </a:r>
            <a:endParaRPr b="0" lang="en-US" sz="1800" spc="-1" strike="noStrike">
              <a:solidFill>
                <a:srgbClr val="2c3e50"/>
              </a:solidFill>
              <a:latin typeface="Source Sans Pro"/>
            </a:endParaRPr>
          </a:p>
          <a:p>
            <a:pPr lvl="3" marL="1728000" indent="-216000"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2c3e50"/>
                </a:solidFill>
                <a:latin typeface="Source Sans Pro"/>
              </a:rPr>
              <a:t>Fourth Outline Level</a:t>
            </a:r>
            <a:endParaRPr b="0" lang="en-US" sz="1500" spc="-1" strike="noStrike">
              <a:solidFill>
                <a:srgbClr val="2c3e50"/>
              </a:solidFill>
              <a:latin typeface="Source Sans Pro"/>
            </a:endParaRPr>
          </a:p>
          <a:p>
            <a:pPr lvl="4" marL="2160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c3e50"/>
                </a:solidFill>
                <a:latin typeface="Source Sans Pro"/>
              </a:rPr>
              <a:t>Fifth Outline Level</a:t>
            </a:r>
            <a:endParaRPr b="0" lang="en-US" sz="1500" spc="-1" strike="noStrike">
              <a:solidFill>
                <a:srgbClr val="2c3e50"/>
              </a:solidFill>
              <a:latin typeface="Source Sans Pro"/>
            </a:endParaRPr>
          </a:p>
          <a:p>
            <a:pPr lvl="5" marL="2592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c3e50"/>
                </a:solidFill>
                <a:latin typeface="Source Sans Pro"/>
              </a:rPr>
              <a:t>Sixth Outline Level</a:t>
            </a:r>
            <a:endParaRPr b="0" lang="en-US" sz="1500" spc="-1" strike="noStrike">
              <a:solidFill>
                <a:srgbClr val="2c3e50"/>
              </a:solidFill>
              <a:latin typeface="Source Sans Pro"/>
            </a:endParaRPr>
          </a:p>
          <a:p>
            <a:pPr lvl="6" marL="3024000" indent="-216000"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2c3e50"/>
                </a:solidFill>
                <a:latin typeface="Source Sans Pro"/>
              </a:rPr>
              <a:t>Seventh Outline Level</a:t>
            </a:r>
            <a:endParaRPr b="0" lang="en-US" sz="15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" name=""/>
          <p:cNvSpPr/>
          <p:nvPr/>
        </p:nvSpPr>
        <p:spPr>
          <a:xfrm>
            <a:off x="9315000" y="5175000"/>
            <a:ext cx="450000" cy="45000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p>
            <a:pPr algn="ctr"/>
            <a:fld id="{5CAC6B07-E464-4CB6-B6C1-6A13A9863EC1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0080000" cy="378000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b="1" lang="en-US" sz="27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6000"/>
          </a:bodyPr>
          <a:p>
            <a:pPr marL="328320" indent="0">
              <a:spcAft>
                <a:spcPts val="65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1" marL="656640" indent="0">
              <a:spcAft>
                <a:spcPts val="850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2" marL="984960" indent="0">
              <a:spcAft>
                <a:spcPts val="63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3" marL="1313280" indent="0">
              <a:spcAft>
                <a:spcPts val="42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4" marL="164160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5" marL="196992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6" marL="229824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4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5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fld id="{E70A685C-0818-49F7-8C44-776A8E7D8572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88" name=""/>
          <p:cNvSpPr/>
          <p:nvPr/>
        </p:nvSpPr>
        <p:spPr>
          <a:xfrm>
            <a:off x="2520000" y="1350000"/>
            <a:ext cx="5040000" cy="189000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 algn="ctr"/>
            <a:endParaRPr b="0" lang="en-US" sz="1800" spc="-1" strike="noStrike">
              <a:solidFill>
                <a:srgbClr val="2c3e50"/>
              </a:solidFill>
              <a:latin typeface="Source Sans Pro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1" lang="en-US" sz="2700" spc="-1" strike="noStrike">
                <a:solidFill>
                  <a:srgbClr val="2c3e50"/>
                </a:solidFill>
                <a:latin typeface="Source Sans Pro Black"/>
              </a:rPr>
              <a:t>Click to edit the title text format</a:t>
            </a: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pPr marL="358560" indent="0">
              <a:spcAft>
                <a:spcPts val="65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Click to edit the outline text format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1" marL="717120" indent="0">
              <a:spcAft>
                <a:spcPts val="850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Second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2" marL="1075680" indent="0">
              <a:spcAft>
                <a:spcPts val="63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Third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3" marL="1434240" indent="0">
              <a:spcAft>
                <a:spcPts val="425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Fourth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4" marL="179280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Fifth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5" marL="215136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Sixth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  <a:p>
            <a:pPr lvl="6" marL="2509920" indent="0">
              <a:spcAft>
                <a:spcPts val="213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Source Sans Pro"/>
              </a:rPr>
              <a:t>Seventh Outline Level</a:t>
            </a:r>
            <a:endParaRPr b="0" lang="en-US" sz="15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dt" idx="6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7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sldNum" idx="8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fld id="{0407CD8D-99C8-46A9-957B-9CE6E9AE8F31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</a:pP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60000" cy="14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200" spc="-1" strike="noStrike">
              <a:solidFill>
                <a:srgbClr val="ffffff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27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60000" cy="37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1" lang="en-US" sz="2400" spc="-1" strike="noStrike">
              <a:solidFill>
                <a:srgbClr val="2c3e5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700000" y="1440000"/>
            <a:ext cx="468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endParaRPr b="1" lang="en-US" sz="2700" spc="-1" strike="noStrike">
              <a:solidFill>
                <a:srgbClr val="2c3e50"/>
              </a:solidFill>
              <a:latin typeface="Source Sans Pro Blac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BFE896B-6D19-4138-A946-6F70419555C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Midnightblue</Template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2026-10-04T18:32:29Z</dcterms:created>
  <dc:creator/>
  <dc:description/>
  <dc:language>en-US</dc:language>
  <cp:lastModifiedBy/>
  <cp:revision>1</cp:revision>
  <dc:subject/>
  <dc:title>Midnightblue</dc:title>
</cp:coreProperties>
</file>