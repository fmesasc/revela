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Tema de Office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Detectado al importar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Colores del 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Primer punto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206240"/>
            <a:ext cx="2743200" cy="10972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420624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chemeClr val="accent2">
                    <a:lumMod val="60000"/>
                    <a:lumOff val="40000"/>
                  </a:schemeClr>
                </a:solidFill>
              </a:rPr>
              <a:t>Acento 2, más claro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